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862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550D-B1FA-24FF-4DB8-55EDCDC14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8421C-895A-BEF4-5D69-5B86EC91F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F97F5-A019-3846-0148-642E9B49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1B72D-9CEB-CDA0-9243-DC628ED4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2529-87C4-B7B7-7C2A-63DFCD90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0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5F00-BB98-56D4-D902-42332E8E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56271-2212-D215-7282-648022E3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6BA07-5B09-C189-2D16-8DC51C28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0ED3A-E2D3-DBE6-0CCD-82E5D902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E12A7-29B1-523D-F027-90D7CA535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57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AF5A-447B-DB5E-99C7-6F8DC6DB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6D546-CBC4-3BC7-7AB2-318A7A1BB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D102-85D4-6F1B-D9A3-927F2375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6736C-4551-59E3-F142-AFB0F3222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66A55-068E-79C6-0944-05C5501D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2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B6FB-2E92-31BE-6DAE-DCBE61EF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52547-E405-A607-3758-571CC4F59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74D0E-27B9-7A5A-8D5E-489171C9F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F771A-D4B6-2DA6-6116-C4E0E025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A79B7-A1E6-B419-89EF-AFD05DA51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59912-87D8-2F26-EF36-44D902FB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37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28A6-AD5B-1144-DD90-9093AB9C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146ED-EB8F-9D9B-878F-267ADA25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978C8-502B-CE6D-96EE-E9375B828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B5111-D51C-9057-2226-D8B4D84BC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945255-6BAD-C019-8F77-295B99D66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CE2E9-B9B8-78A3-6AC0-5C986B0D6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60B0D-E1FB-7497-6903-45DDEE9D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17643-856E-07D1-D547-56118A8C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074C7-663B-5A15-E3D6-2AD7BF904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6C071-9487-B40C-01E1-7F8B6BF60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F226E-A9DA-7B7B-0E51-92BE0BD1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7DE000-77AC-E096-ECCC-A3EB29DC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09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79F4B-280C-60D7-1DCA-B8683CE2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C9D34-5FD9-972C-CE72-6F7E8C987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864C4-856A-970D-1E27-029B42B3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293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29E7-28F7-F452-BE71-0199357C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4109C-BAAA-49E3-6FE0-83642EAC4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66708-0D47-2FCB-87B8-58359CC03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98AC-DF87-79F3-AD87-6FC03E41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1207C-8D96-E724-270E-0D699D9D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BF107-97F6-B00B-FDA3-DB4D2D91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737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1EFF6-B248-A14C-64FA-AB167A20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CCAC20-FA96-8FEC-33D1-ED2430FEB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2F6E7-8D84-B09A-2321-6582BE6FC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FD4DC-B5CB-F2AE-58F9-5DFA63D5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A69B0-3FAD-6BAC-AB71-F33AA15C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1B231-D853-F131-69F9-7482C497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9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27C31-3C8A-BFDC-BBD8-15105C34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625FA-01ED-F44D-28B8-425988B53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42C4A-A652-8C13-E0D2-C69C57B5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07F1B-39EA-E76F-0237-32D85D86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E35-DD0C-05AC-34A8-843FE1EB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596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40B7D-870B-E64B-17D6-84497E996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8F07B-DE89-3293-CF1C-2FB3CB1DC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4C04D-599E-7393-A931-154CE078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CF598-AFB7-9499-41CC-57909854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8BD77-2FD2-9BDA-9476-70CFE132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25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5AC420-5BEE-092E-9306-182665990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126C0-033C-298D-454A-B46FC8B06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EB4E9-E875-3FB1-3116-DCD5EB1FC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72486-6A7C-4F06-AB3A-7851AFEBB37C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06703-10F9-1BAD-1B5B-D52DD2A4F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F2A22-988D-727E-1B21-DA8D16F84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685B87-9085-4CAD-A8F9-B4EF4DD5D1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65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7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15F520-1306-3254-19B5-13886251F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625" b="82375" l="10000" r="90000">
                        <a14:foregroundMark x1="52250" y1="26625" x2="56625" y2="25750"/>
                        <a14:foregroundMark x1="42125" y1="76500" x2="46750" y2="78250"/>
                        <a14:foregroundMark x1="55500" y1="22625" x2="55500" y2="22625"/>
                        <a14:foregroundMark x1="38750" y1="50000" x2="38750" y2="50000"/>
                        <a14:foregroundMark x1="42625" y1="82375" x2="47250" y2="79000"/>
                        <a14:backgroundMark x1="26500" y1="47750" x2="26500" y2="47750"/>
                        <a14:backgroundMark x1="77375" y1="47625" x2="77375" y2="47625"/>
                      </a14:backgroundRemoval>
                    </a14:imgEffect>
                  </a14:imgLayer>
                </a14:imgProps>
              </a:ext>
            </a:extLst>
          </a:blip>
          <a:srcRect t="19407" b="13926"/>
          <a:stretch>
            <a:fillRect/>
          </a:stretch>
        </p:blipFill>
        <p:spPr>
          <a:xfrm rot="2417687">
            <a:off x="444125" y="-743541"/>
            <a:ext cx="11328903" cy="75526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F74AF7-8784-EB0A-9DC0-60EEB44AE8FD}"/>
              </a:ext>
            </a:extLst>
          </p:cNvPr>
          <p:cNvSpPr/>
          <p:nvPr/>
        </p:nvSpPr>
        <p:spPr>
          <a:xfrm>
            <a:off x="5096639" y="719328"/>
            <a:ext cx="3700271" cy="457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846986-B467-DD26-0924-0A280251951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796910" y="947928"/>
            <a:ext cx="908305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4318EE-5B00-B0B2-2DFC-271E04DE8D98}"/>
              </a:ext>
            </a:extLst>
          </p:cNvPr>
          <p:cNvSpPr txBox="1"/>
          <p:nvPr/>
        </p:nvSpPr>
        <p:spPr>
          <a:xfrm>
            <a:off x="9664575" y="734044"/>
            <a:ext cx="239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Digital Pins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E5301B-703C-2442-E1BC-80FB6D88A875}"/>
              </a:ext>
            </a:extLst>
          </p:cNvPr>
          <p:cNvSpPr/>
          <p:nvPr/>
        </p:nvSpPr>
        <p:spPr>
          <a:xfrm>
            <a:off x="7398896" y="4815840"/>
            <a:ext cx="1483360" cy="3604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6BBE5D-1C1F-2AC3-445B-73D91A260D8E}"/>
              </a:ext>
            </a:extLst>
          </p:cNvPr>
          <p:cNvCxnSpPr>
            <a:cxnSpLocks/>
          </p:cNvCxnSpPr>
          <p:nvPr/>
        </p:nvCxnSpPr>
        <p:spPr>
          <a:xfrm>
            <a:off x="8918830" y="5032248"/>
            <a:ext cx="908305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A57C44-C8EB-EA8E-2FC5-84B5D156A37E}"/>
              </a:ext>
            </a:extLst>
          </p:cNvPr>
          <p:cNvSpPr txBox="1"/>
          <p:nvPr/>
        </p:nvSpPr>
        <p:spPr>
          <a:xfrm>
            <a:off x="9863709" y="4801415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Analog Pins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6A713D-63DE-6260-E7CB-898CC6AD2966}"/>
              </a:ext>
            </a:extLst>
          </p:cNvPr>
          <p:cNvSpPr/>
          <p:nvPr/>
        </p:nvSpPr>
        <p:spPr>
          <a:xfrm>
            <a:off x="3230731" y="2418080"/>
            <a:ext cx="490244" cy="7924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86F69A-5E6C-871D-5A40-CAA33823C713}"/>
              </a:ext>
            </a:extLst>
          </p:cNvPr>
          <p:cNvCxnSpPr>
            <a:cxnSpLocks/>
          </p:cNvCxnSpPr>
          <p:nvPr/>
        </p:nvCxnSpPr>
        <p:spPr>
          <a:xfrm>
            <a:off x="6578984" y="5161869"/>
            <a:ext cx="0" cy="461667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0F81A6-C120-CCAA-3A4D-F5845A2B7506}"/>
              </a:ext>
            </a:extLst>
          </p:cNvPr>
          <p:cNvSpPr txBox="1"/>
          <p:nvPr/>
        </p:nvSpPr>
        <p:spPr>
          <a:xfrm>
            <a:off x="5940845" y="5581864"/>
            <a:ext cx="2644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Power Pins with Arduino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E14ABA-76C1-5550-3803-B69110B78325}"/>
              </a:ext>
            </a:extLst>
          </p:cNvPr>
          <p:cNvCxnSpPr>
            <a:cxnSpLocks/>
          </p:cNvCxnSpPr>
          <p:nvPr/>
        </p:nvCxnSpPr>
        <p:spPr>
          <a:xfrm flipH="1">
            <a:off x="2322426" y="2797048"/>
            <a:ext cx="908305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F9E6FF-BB2F-689A-8CB7-C1AE944E7107}"/>
              </a:ext>
            </a:extLst>
          </p:cNvPr>
          <p:cNvCxnSpPr>
            <a:cxnSpLocks/>
          </p:cNvCxnSpPr>
          <p:nvPr/>
        </p:nvCxnSpPr>
        <p:spPr>
          <a:xfrm flipH="1">
            <a:off x="1374015" y="3467608"/>
            <a:ext cx="2070076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B3DE773-96BC-CEAF-5C98-9FFF3EB4677D}"/>
              </a:ext>
            </a:extLst>
          </p:cNvPr>
          <p:cNvSpPr/>
          <p:nvPr/>
        </p:nvSpPr>
        <p:spPr>
          <a:xfrm>
            <a:off x="3151991" y="3686558"/>
            <a:ext cx="490244" cy="8260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7A84DA-E728-AF4C-F0B5-870F68FB57A9}"/>
              </a:ext>
            </a:extLst>
          </p:cNvPr>
          <p:cNvCxnSpPr>
            <a:cxnSpLocks/>
          </p:cNvCxnSpPr>
          <p:nvPr/>
        </p:nvCxnSpPr>
        <p:spPr>
          <a:xfrm flipH="1">
            <a:off x="2241146" y="4137152"/>
            <a:ext cx="908305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D687539-9CC4-45FA-F6FF-883475EB9887}"/>
              </a:ext>
            </a:extLst>
          </p:cNvPr>
          <p:cNvSpPr/>
          <p:nvPr/>
        </p:nvSpPr>
        <p:spPr>
          <a:xfrm flipH="1">
            <a:off x="8531735" y="1834643"/>
            <a:ext cx="490244" cy="7924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09DF1D6-E618-C478-FFF6-6A864B0019C2}"/>
              </a:ext>
            </a:extLst>
          </p:cNvPr>
          <p:cNvCxnSpPr>
            <a:cxnSpLocks/>
          </p:cNvCxnSpPr>
          <p:nvPr/>
        </p:nvCxnSpPr>
        <p:spPr>
          <a:xfrm>
            <a:off x="9021979" y="2213611"/>
            <a:ext cx="908305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A9CC876-C77F-BC4B-BDD6-F131C76C8882}"/>
              </a:ext>
            </a:extLst>
          </p:cNvPr>
          <p:cNvCxnSpPr>
            <a:cxnSpLocks/>
          </p:cNvCxnSpPr>
          <p:nvPr/>
        </p:nvCxnSpPr>
        <p:spPr>
          <a:xfrm>
            <a:off x="8751457" y="2904491"/>
            <a:ext cx="2070076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D5A5DA60-4189-D263-F704-7EDE329DA6AE}"/>
              </a:ext>
            </a:extLst>
          </p:cNvPr>
          <p:cNvSpPr/>
          <p:nvPr/>
        </p:nvSpPr>
        <p:spPr>
          <a:xfrm flipH="1">
            <a:off x="8529195" y="3133601"/>
            <a:ext cx="490244" cy="8260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2E3D34-F9CE-C958-D645-8E3B89CD1968}"/>
              </a:ext>
            </a:extLst>
          </p:cNvPr>
          <p:cNvCxnSpPr>
            <a:cxnSpLocks/>
          </p:cNvCxnSpPr>
          <p:nvPr/>
        </p:nvCxnSpPr>
        <p:spPr>
          <a:xfrm>
            <a:off x="9021979" y="3584195"/>
            <a:ext cx="908305" cy="0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E2C757E-1EC9-FEDE-DA27-DEB681201F08}"/>
              </a:ext>
            </a:extLst>
          </p:cNvPr>
          <p:cNvSpPr txBox="1"/>
          <p:nvPr/>
        </p:nvSpPr>
        <p:spPr>
          <a:xfrm>
            <a:off x="802307" y="2566215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Motor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3FBAD7-7738-4BA2-1756-3757DBF4C5EB}"/>
              </a:ext>
            </a:extLst>
          </p:cNvPr>
          <p:cNvSpPr txBox="1"/>
          <p:nvPr/>
        </p:nvSpPr>
        <p:spPr>
          <a:xfrm>
            <a:off x="636473" y="3927857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Motor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8FFD2A-B2E9-7255-129B-6D891491CA76}"/>
              </a:ext>
            </a:extLst>
          </p:cNvPr>
          <p:cNvSpPr txBox="1"/>
          <p:nvPr/>
        </p:nvSpPr>
        <p:spPr>
          <a:xfrm>
            <a:off x="9996442" y="1973558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Motor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A7B4D5-8C3C-7DC0-36AE-B2D5EE3A5527}"/>
              </a:ext>
            </a:extLst>
          </p:cNvPr>
          <p:cNvSpPr txBox="1"/>
          <p:nvPr/>
        </p:nvSpPr>
        <p:spPr>
          <a:xfrm>
            <a:off x="9993168" y="3335200"/>
            <a:ext cx="1475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Motor 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C342B9-9B8F-3E33-E2ED-0D42C9B4C8ED}"/>
              </a:ext>
            </a:extLst>
          </p:cNvPr>
          <p:cNvSpPr txBox="1"/>
          <p:nvPr/>
        </p:nvSpPr>
        <p:spPr>
          <a:xfrm>
            <a:off x="115825" y="3253231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Ground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4F627E-7C25-7E62-F9DE-1D6EDF25BCEC}"/>
              </a:ext>
            </a:extLst>
          </p:cNvPr>
          <p:cNvSpPr txBox="1"/>
          <p:nvPr/>
        </p:nvSpPr>
        <p:spPr>
          <a:xfrm>
            <a:off x="10785436" y="2706665"/>
            <a:ext cx="1290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Ground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379519-944B-1815-D672-41C77FC78F66}"/>
              </a:ext>
            </a:extLst>
          </p:cNvPr>
          <p:cNvSpPr/>
          <p:nvPr/>
        </p:nvSpPr>
        <p:spPr>
          <a:xfrm>
            <a:off x="5793108" y="4389523"/>
            <a:ext cx="1483360" cy="7520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C70F44E-77BF-F2DF-A2C7-EC8F46CA7C09}"/>
              </a:ext>
            </a:extLst>
          </p:cNvPr>
          <p:cNvCxnSpPr>
            <a:cxnSpLocks/>
          </p:cNvCxnSpPr>
          <p:nvPr/>
        </p:nvCxnSpPr>
        <p:spPr>
          <a:xfrm>
            <a:off x="4790765" y="5011090"/>
            <a:ext cx="0" cy="570774"/>
          </a:xfrm>
          <a:prstGeom prst="straightConnector1">
            <a:avLst/>
          </a:prstGeom>
          <a:noFill/>
          <a:ln w="571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06F7761-FD7D-A6F7-B8CB-9793432B6297}"/>
              </a:ext>
            </a:extLst>
          </p:cNvPr>
          <p:cNvSpPr txBox="1"/>
          <p:nvPr/>
        </p:nvSpPr>
        <p:spPr>
          <a:xfrm>
            <a:off x="3774463" y="5542016"/>
            <a:ext cx="1742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External Power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D80970F-AD21-6F18-B593-B608E981094A}"/>
              </a:ext>
            </a:extLst>
          </p:cNvPr>
          <p:cNvSpPr/>
          <p:nvPr/>
        </p:nvSpPr>
        <p:spPr>
          <a:xfrm>
            <a:off x="4360489" y="4431195"/>
            <a:ext cx="859024" cy="60105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52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7D8FF-86F2-18C1-46E9-A7FDD5A91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68CFE8-B885-28FB-54A2-5503CC522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625" b="82375" l="10000" r="90000">
                        <a14:foregroundMark x1="52250" y1="26625" x2="56625" y2="25750"/>
                        <a14:foregroundMark x1="42125" y1="76500" x2="46750" y2="78250"/>
                        <a14:foregroundMark x1="55500" y1="22625" x2="55500" y2="22625"/>
                        <a14:foregroundMark x1="38750" y1="50000" x2="38750" y2="50000"/>
                        <a14:foregroundMark x1="42625" y1="82375" x2="47250" y2="79000"/>
                        <a14:backgroundMark x1="26500" y1="47750" x2="26500" y2="47750"/>
                        <a14:backgroundMark x1="77375" y1="47625" x2="77375" y2="47625"/>
                      </a14:backgroundRemoval>
                    </a14:imgEffect>
                  </a14:imgLayer>
                </a14:imgProps>
              </a:ext>
            </a:extLst>
          </a:blip>
          <a:srcRect t="19407" b="13926"/>
          <a:stretch>
            <a:fillRect/>
          </a:stretch>
        </p:blipFill>
        <p:spPr>
          <a:xfrm rot="2417687">
            <a:off x="138572" y="-520218"/>
            <a:ext cx="12243158" cy="816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04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5618B7-04F4-780F-673D-999F17CA7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265" b="89744" l="7276" r="97462">
                        <a14:foregroundMark x1="7276" y1="54701" x2="9475" y2="61752"/>
                        <a14:foregroundMark x1="90017" y1="39316" x2="97631" y2="35470"/>
                        <a14:foregroundMark x1="84602" y1="35684" x2="94585" y2="29915"/>
                        <a14:foregroundMark x1="79865" y1="24786" x2="90525" y2="18803"/>
                        <a14:foregroundMark x1="77834" y1="18590" x2="87986" y2="13248"/>
                        <a14:foregroundMark x1="75296" y1="13248" x2="85279" y2="7265"/>
                        <a14:foregroundMark x1="85279" y1="7265" x2="85279" y2="726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4441" y="-64417"/>
            <a:ext cx="8823117" cy="698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8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0C3E1-C644-8EC2-9AE0-04770EE39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24" b="89885" l="9848" r="90909">
                        <a14:foregroundMark x1="90152" y1="76145" x2="90909" y2="776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25458">
            <a:off x="319526" y="-178153"/>
            <a:ext cx="3634687" cy="7214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926F77-78F5-55BD-AD3A-41BB102E4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94" b="96677" l="5000" r="96852">
                        <a14:foregroundMark x1="93333" y1="21361" x2="90370" y2="18196"/>
                        <a14:foregroundMark x1="81296" y1="9494" x2="81852" y2="11234"/>
                        <a14:foregroundMark x1="97222" y1="20570" x2="94444" y2="21044"/>
                        <a14:foregroundMark x1="70000" y1="40823" x2="65370" y2="45411"/>
                        <a14:foregroundMark x1="67963" y1="44304" x2="49444" y2="62816"/>
                        <a14:foregroundMark x1="49444" y1="62816" x2="35741" y2="74842"/>
                        <a14:foregroundMark x1="34074" y1="77215" x2="27616" y2="84573"/>
                        <a14:foregroundMark x1="22652" y1="90494" x2="22407" y2="89241"/>
                        <a14:foregroundMark x1="19815" y1="91139" x2="19815" y2="91139"/>
                        <a14:foregroundMark x1="5000" y1="89241" x2="20185" y2="74842"/>
                        <a14:foregroundMark x1="20556" y1="74525" x2="30741" y2="64557"/>
                        <a14:foregroundMark x1="30741" y1="64557" x2="51111" y2="44620"/>
                        <a14:foregroundMark x1="51111" y1="44620" x2="62037" y2="33703"/>
                        <a14:backgroundMark x1="24444" y1="90823" x2="24444" y2="96835"/>
                        <a14:backgroundMark x1="23148" y1="92405" x2="26667" y2="88608"/>
                        <a14:backgroundMark x1="25926" y1="87658" x2="25926" y2="87658"/>
                        <a14:backgroundMark x1="25926" y1="88133" x2="25926" y2="88608"/>
                        <a14:backgroundMark x1="22222" y1="91456" x2="22963" y2="90348"/>
                        <a14:backgroundMark x1="25185" y1="88608" x2="26481" y2="870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123410">
            <a:off x="3946883" y="913735"/>
            <a:ext cx="4298238" cy="5030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4A7C9-7763-DE5B-D95B-6882CC9746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51" b="92608" l="6171" r="92922">
                        <a14:foregroundMark x1="93103" y1="28337" x2="90926" y2="24435"/>
                        <a14:foregroundMark x1="6171" y1="77823" x2="6171" y2="77823"/>
                        <a14:foregroundMark x1="8348" y1="92608" x2="8348" y2="9260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324191">
            <a:off x="6953457" y="1192341"/>
            <a:ext cx="4833968" cy="427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8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8450D-1D69-33CC-D76C-8F2F58E02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9" b="94834" l="9627" r="93713">
                        <a14:foregroundMark x1="10020" y1="23432" x2="9627" y2="26384"/>
                        <a14:foregroundMark x1="26916" y1="9963" x2="26916" y2="9963"/>
                        <a14:foregroundMark x1="90373" y1="78967" x2="87623" y2="85609"/>
                        <a14:foregroundMark x1="74263" y1="95018" x2="78193" y2="93358"/>
                        <a14:foregroundMark x1="93713" y1="80258" x2="93713" y2="80258"/>
                        <a14:backgroundMark x1="9037" y1="26315" x2="9037" y2="26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040" y="1611656"/>
            <a:ext cx="4587240" cy="4884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83758E-F91E-5DED-2605-BC9CB0ED2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9" b="94834" l="9627" r="93713">
                        <a14:foregroundMark x1="10020" y1="23432" x2="9627" y2="26384"/>
                        <a14:foregroundMark x1="26916" y1="9963" x2="26916" y2="9963"/>
                        <a14:foregroundMark x1="90373" y1="78967" x2="87623" y2="85609"/>
                        <a14:foregroundMark x1="74263" y1="95018" x2="78193" y2="93358"/>
                        <a14:foregroundMark x1="93713" y1="80258" x2="93713" y2="80258"/>
                        <a14:backgroundMark x1="9037" y1="26315" x2="9037" y2="265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2600" y="0"/>
            <a:ext cx="4587240" cy="4884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20255-5CDD-F5CA-F8C6-C76E7A4827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071" b="89849" l="3537" r="96302">
                        <a14:foregroundMark x1="7235" y1="43629" x2="8199" y2="49460"/>
                        <a14:foregroundMark x1="3537" y1="41901" x2="3537" y2="41901"/>
                        <a14:foregroundMark x1="79260" y1="30670" x2="79260" y2="30670"/>
                        <a14:foregroundMark x1="79260" y1="30670" x2="83441" y2="31102"/>
                        <a14:foregroundMark x1="86656" y1="34341" x2="91318" y2="39741"/>
                        <a14:foregroundMark x1="95016" y1="54644" x2="95016" y2="54644"/>
                        <a14:foregroundMark x1="96302" y1="52484" x2="96302" y2="5248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54065" y="1664817"/>
            <a:ext cx="4740051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5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20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Soumyadeep Samanta</dc:creator>
  <cp:lastModifiedBy>Soumyadeep Samanta</cp:lastModifiedBy>
  <cp:revision>6</cp:revision>
  <dcterms:created xsi:type="dcterms:W3CDTF">2026-04-12T14:23:18Z</dcterms:created>
  <dcterms:modified xsi:type="dcterms:W3CDTF">2026-04-12T14:55:50Z</dcterms:modified>
</cp:coreProperties>
</file>